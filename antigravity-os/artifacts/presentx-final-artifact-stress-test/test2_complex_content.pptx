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Welcome stakeholders. Note the special Unicode glyphs and executive tone.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Highlight the 8.4x throughput acceleration and -64% cost reduction.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Point out the hockey-stick inflection in Q3 and Q4.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Pause after reading the quote for strategic weight.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Close with clear next steps and owner call to action.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</p:spPr>
      </p:sp>
      <p:sp>
        <p:nvSpPr>
          <p:cNvPr id="1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1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8FAFC"/>
                </a:solidFill>
              </a:rPr>
              <a:t>Autonomous Evolution ⚡: The Next Frontier in Creative Intelligence</a:t>
            </a:r>
          </a:p>
        </p:txBody>
      </p:sp>
      <p:sp>
        <p:nvSpPr>
          <p:cNvPr id="1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Evaluating $4.2B market shifts across UK, EU &amp; APAC regions (2026—2030)</a:t>
            </a:r>
          </a:p>
          <a:p>
            <a:r>
              <a:rPr sz="1400">
                <a:solidFill>
                  <a:srgbClr val="F8FAFC"/>
                </a:solidFill>
              </a:rPr>
              <a:t>Comprehensive analysis encompassing neural rendering pipelines, zero-latency inference meshes, and deterministic truth grounding.</a:t>
            </a:r>
          </a:p>
        </p:txBody>
      </p:sp>
      <p:sp>
        <p:nvSpPr>
          <p:cNvPr id="1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Complex Enterprise AI Transformation: ⚡ 2026—2030 ©®™ • Slide 1 of 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</p:spPr>
      </p:sp>
      <p:sp>
        <p:nvSpPr>
          <p:cNvPr id="2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2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8FAFC"/>
                </a:solidFill>
              </a:rPr>
              <a:t>Key Financial &amp; Performance Indicators</a:t>
            </a:r>
          </a:p>
        </p:txBody>
      </p:sp>
      <p:sp>
        <p:nvSpPr>
          <p:cNvPr id="2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400">
                <a:solidFill>
                  <a:srgbClr val="F8FAFC"/>
                </a:solidFill>
              </a:rPr>
              <a:t>Empirical benchmarking across 1,200 production deployments.</a:t>
            </a:r>
          </a:p>
        </p:txBody>
      </p:sp>
      <p:sp>
        <p:nvSpPr>
          <p:cNvPr id="2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Complex Enterprise AI Transformation: ⚡ 2026—2030 ©®™ • Slide 2 of 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</p:spPr>
      </p:sp>
      <p:sp>
        <p:nvSpPr>
          <p:cNvPr id="3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3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8FAFC"/>
                </a:solidFill>
              </a:rPr>
              <a:t>Quarterly Revenue &amp; Margin Trajectory</a:t>
            </a:r>
          </a:p>
        </p:txBody>
      </p:sp>
      <p:sp>
        <p:nvSpPr>
          <p:cNvPr id="3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400">
                <a:solidFill>
                  <a:srgbClr val="F8FAFC"/>
                </a:solidFill>
              </a:rPr>
              <a:t>Consistent quarter-over-quarter expansion following autonomous deployment.</a:t>
            </a:r>
          </a:p>
        </p:txBody>
      </p:sp>
      <p:sp>
        <p:nvSpPr>
          <p:cNvPr id="3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Complex Enterprise AI Transformation: ⚡ 2026—2030 ©®™ • Slide 3 of 5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</p:spPr>
      </p:sp>
      <p:sp>
        <p:nvSpPr>
          <p:cNvPr id="4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4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8FAFC"/>
                </a:solidFill>
              </a:rPr>
              <a:t>Leadership Perspective on Industry Transformation</a:t>
            </a:r>
          </a:p>
        </p:txBody>
      </p:sp>
      <p:sp>
        <p:nvSpPr>
          <p:cNvPr id="4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</p:txBody>
      </p:sp>
      <p:sp>
        <p:nvSpPr>
          <p:cNvPr id="4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Complex Enterprise AI Transformation: ⚡ 2026—2030 ©®™ • Slide 4 of 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</p:spPr>
      </p:sp>
      <p:sp>
        <p:nvSpPr>
          <p:cNvPr id="5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5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8FAFC"/>
                </a:solidFill>
              </a:rPr>
              <a:t>Strategic Pillars of Sovereign Execution</a:t>
            </a:r>
          </a:p>
        </p:txBody>
      </p:sp>
      <p:sp>
        <p:nvSpPr>
          <p:cNvPr id="5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Three non-negotiable architectural mandates for modern agencies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8FAFC"/>
                </a:solidFill>
              </a:rPr>
              <a:t>Pillar I: Air-Gapped Local Model Inference (Zero Data Leakage)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8FAFC"/>
                </a:solidFill>
              </a:rPr>
              <a:t>Pillar II: Cryptographic Proof Ledgers (SHA-256 Verifiable Provenance)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8FAFC"/>
                </a:solidFill>
              </a:rPr>
              <a:t>Pillar III: Multi-Modal DirectML Synthesis (Hardware Accelerated)</a:t>
            </a:r>
          </a:p>
        </p:txBody>
      </p:sp>
      <p:sp>
        <p:nvSpPr>
          <p:cNvPr id="5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Complex Enterprise AI Transformation: ⚡ 2026—2030 ©®™ • Slide 5 of 5</a:t>
            </a:r>
          </a:p>
        </p:txBody>
      </p:sp>
    </p:spTree>
  </p:cSld>
</p:sld>
</file>

<file path=ppt/theme/theme1.xml><?xml version="1.0" encoding="utf-8"?>
<a:theme xmlns:a="http://schemas.openxmlformats.org/drawingml/2006/main" name="PresentX Sovereign Theme">
  <a:themeElements>
    <a:clrScheme name="PresentX">
      <a:dk1>
        <a:srgbClr val="0A0E17"/>
      </a:dk1>
      <a:lt1>
        <a:srgbClr val="F8FAFC"/>
      </a:lt1>
      <a:dk2>
        <a:srgbClr val="1E293B"/>
      </a:dk2>
      <a:lt2>
        <a:srgbClr val="F1F5F9"/>
      </a:lt2>
      <a:accent1>
        <a:srgbClr val="D4AF37"/>
      </a:accent1>
      <a:accent2>
        <a:srgbClr val="38BDF8"/>
      </a:accent2>
      <a:accent3>
        <a:srgbClr val="10B981"/>
      </a:accent3>
      <a:accent4>
        <a:srgbClr val="F59E0B"/>
      </a:accent4>
      <a:accent5>
        <a:srgbClr val="8B5CF6"/>
      </a:accent5>
      <a:accent6>
        <a:srgbClr val="EC4899"/>
      </a:accent6>
      <a:hlink>
        <a:srgbClr val="D4AF37"/>
      </a:hlink>
      <a:folHlink>
        <a:srgbClr val="94A3B8"/>
      </a:folHlink>
    </a:clrScheme>
    <a:fontScheme name="PresentX Fonts">
      <a:majorFont>
        <a:latin typeface="Segoe UI Semibold"/>
      </a:majorFont>
      <a:minorFont>
        <a:latin typeface="Segoe UI"/>
      </a:minorFont>
    </a:fontScheme>
    <a:fmtScheme name="PresentX Forma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Antigravity OS V7 PresentX</Application>
  <PresentationFormat>Widescreen</PresentationFormat>
  <Paragraphs>0</Paragraphs>
  <Slides>5</Slides>
  <Notes>5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PresentX Theme</vt:lpstr>
    </vt:vector>
  </TitlesOfParts>
  <Company>Antigravity Sovereign OS</Company>
  <LinksUpToDate>false</LinksUpToDate>
  <SharedDoc>false</SharedDoc>
  <HyperlinksChanged>false</HyperlinksChanged>
  <AppVersion>07.0000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Enterprise AI Transformation: ⚡ 2026—2030 ©®™</dc:title>
  <dc:creator>Antigravity OS V7 — PresentX Studio</dc:creator>
  <cp:lastModifiedBy>Antigravity OS V7</cp:lastModifiedBy>
  <dcterms:created xsi:type="dcterms:W3CDTF">2026-08-26T09:16:32.434Z</dcterms:created>
  <dcterms:modified xsi:type="dcterms:W3CDTF">2026-08-26T09:16:32.434Z</dcterms:modified>
</cp:coreProperties>
</file>