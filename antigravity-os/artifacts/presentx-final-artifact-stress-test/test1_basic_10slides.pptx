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Welcome everyone. Today we are exploring a paradigm shift that will define the competitive landscape over the coming five years.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Frame the context clearly. We are not talking about incremental optimization; this is a step-function transition in execution velocity.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Walk through each pillar concisely. Note how fragmentation and hallucination compound each other without an integrated OS.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Let the numbers speak for themselves. The 10x velocity gain is paired with an 85% reduction in cloud cost due to local hardware routing.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This chart illustrates the compounding curve. As the system builds failure knowledge, repair speed accelerates.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Explain the four-stage execution pipeline. Note that each stage is governed by cryptographic verification gates.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Highlight the key differentiators: factual grounding and zero-loss export fidelity.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Take a moment to let this quote resonate. Sovereignty and verification are the defining qualities of next-generation infrastructure.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Outline the three-month roadmap with clear deliverables at each phase.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Summarize the core takeaways. Invite questions and transition directly into discussion or next steps.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1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1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How AI is transforming creative agencies</a:t>
            </a:r>
          </a:p>
        </p:txBody>
      </p:sp>
      <p:sp>
        <p:nvSpPr>
          <p:cNvPr id="1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A Visionary Strategic Blueprint for Executives, Investors, Stakeholders, and Strategic Partners</a:t>
            </a:r>
          </a:p>
          <a:p>
            <a:r>
              <a:rPr sz="1400">
                <a:solidFill>
                  <a:srgbClr val="F5F5F5"/>
                </a:solidFill>
              </a:rPr>
              <a:t>Transforming strategic ideas into verified, production-ready reality. Powered by Antigravity OS V7.</a:t>
            </a:r>
          </a:p>
        </p:txBody>
      </p:sp>
      <p:sp>
        <p:nvSpPr>
          <p:cNvPr id="1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1 of 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2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2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The Macro Environment &amp; Shifting Paradigms</a:t>
            </a:r>
          </a:p>
        </p:txBody>
      </p:sp>
      <p:sp>
        <p:nvSpPr>
          <p:cNvPr id="2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Accelerating technological convergence across industry verticals</a:t>
            </a:r>
          </a:p>
          <a:p>
            <a:r>
              <a:rPr sz="1400">
                <a:solidFill>
                  <a:srgbClr val="F5F5F5"/>
                </a:solidFill>
              </a:rPr>
              <a:t>Traditional legacy workflows are reaching terminal velocity bottlenecks. Organizations that adapt to sovereign autonomous intelligence will unlock exponential operational leverage.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Legacy agency workflows face a 60% operational efficiency cap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Autonomous intelligence pipelines reduce turnaround from weeks to minutes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Deterministic validation guarantees zero-hallucination compliance</a:t>
            </a:r>
          </a:p>
        </p:txBody>
      </p:sp>
      <p:sp>
        <p:nvSpPr>
          <p:cNvPr id="2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2 of 10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3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3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Three Critical Barriers Holding Back Growth</a:t>
            </a:r>
          </a:p>
        </p:txBody>
      </p:sp>
      <p:sp>
        <p:nvSpPr>
          <p:cNvPr id="3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Core bottlenecks identified across modern creative &amp; technical operations</a:t>
            </a:r>
          </a:p>
          <a:p>
            <a:r>
              <a:rPr sz="1400">
                <a:solidFill>
                  <a:srgbClr val="F5F5F5"/>
                </a:solidFill>
              </a:rPr>
              <a:t>Analysis reveals three compounding friction points preventing organizations from achieving enterprise scale.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Fragmentation: Disconnected toolchains causing 40% context loss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Hallucination Risk: Unchecked generative outputs lacking factual grounding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Resource Inefficiency: Runaway cloud compute and opaque API costs</a:t>
            </a:r>
          </a:p>
        </p:txBody>
      </p:sp>
      <p:sp>
        <p:nvSpPr>
          <p:cNvPr id="3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3 of 10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4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4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Empirical Performance &amp; Market Impact</a:t>
            </a:r>
          </a:p>
        </p:txBody>
      </p:sp>
      <p:sp>
        <p:nvSpPr>
          <p:cNvPr id="4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Quantifiable gains delivered by autonomous orchestration</a:t>
            </a:r>
          </a:p>
          <a:p>
            <a:r>
              <a:rPr sz="1400">
                <a:solidFill>
                  <a:srgbClr val="F5F5F5"/>
                </a:solidFill>
              </a:rPr>
              <a:t>Measured telemetry confirms significant performance breakthroughs across cost, speed, and accuracy.</a:t>
            </a:r>
          </a:p>
        </p:txBody>
      </p:sp>
      <p:sp>
        <p:nvSpPr>
          <p:cNvPr id="4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4 of 10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5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5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Productivity Acceleration Trajectory</a:t>
            </a:r>
          </a:p>
        </p:txBody>
      </p:sp>
      <p:sp>
        <p:nvSpPr>
          <p:cNvPr id="5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5-Year projected efficiency compounding curves</a:t>
            </a:r>
          </a:p>
          <a:p>
            <a:r>
              <a:rPr sz="1400">
                <a:solidFill>
                  <a:srgbClr val="F5F5F5"/>
                </a:solidFill>
              </a:rPr>
              <a:t>Autonomous product pipelines compound over time through continuous learning and failure graph pattern recognition.</a:t>
            </a:r>
          </a:p>
        </p:txBody>
      </p:sp>
      <p:sp>
        <p:nvSpPr>
          <p:cNvPr id="5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5 of 10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6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6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End-to-End Autonomous Pipeline Architecture</a:t>
            </a:r>
          </a:p>
        </p:txBody>
      </p:sp>
      <p:sp>
        <p:nvSpPr>
          <p:cNvPr id="6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Deterministic multi-agent execution loop</a:t>
            </a:r>
          </a:p>
          <a:p>
            <a:r>
              <a:rPr sz="1400">
                <a:solidFill>
                  <a:srgbClr val="F5F5F5"/>
                </a:solidFill>
              </a:rPr>
              <a:t>A seamless lifecycle combining intent decomposition, factual evidence verification, and reality audits.</a:t>
            </a:r>
          </a:p>
        </p:txBody>
      </p:sp>
      <p:sp>
        <p:nvSpPr>
          <p:cNvPr id="6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6 of 10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7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7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Legacy Toolchains vs PresentX Native Studio</a:t>
            </a:r>
          </a:p>
        </p:txBody>
      </p:sp>
      <p:sp>
        <p:nvSpPr>
          <p:cNvPr id="7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Direct side-by-side operational comparison</a:t>
            </a:r>
          </a:p>
          <a:p>
            <a:r>
              <a:rPr sz="1400">
                <a:solidFill>
                  <a:srgbClr val="F5F5F5"/>
                </a:solidFill>
              </a:rPr>
              <a:t>Comparing conventional fragmented creative tools with unified V7 sovereign intelligence.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Legacy: Manual formatting, ungrounded AI hallucinations, fragile exports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PresentX: Cryptographic fact grounding, 9 visual directions, real PPTX exports</a:t>
            </a:r>
          </a:p>
        </p:txBody>
      </p:sp>
      <p:sp>
        <p:nvSpPr>
          <p:cNvPr id="7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7 of 10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8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8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The Strategic Imperative</a:t>
            </a:r>
          </a:p>
        </p:txBody>
      </p:sp>
      <p:sp>
        <p:nvSpPr>
          <p:cNvPr id="8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Guiding thesis for sovereign enterprise transformation</a:t>
            </a:r>
          </a:p>
        </p:txBody>
      </p:sp>
      <p:sp>
        <p:nvSpPr>
          <p:cNvPr id="8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8 of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9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9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Strategic Implementation Milestones</a:t>
            </a:r>
          </a:p>
        </p:txBody>
      </p:sp>
      <p:sp>
        <p:nvSpPr>
          <p:cNvPr id="9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Phase-by-phase adoption roadmap</a:t>
            </a:r>
          </a:p>
          <a:p>
            <a:r>
              <a:rPr sz="1400">
                <a:solidFill>
                  <a:srgbClr val="F5F5F5"/>
                </a:solidFill>
              </a:rPr>
              <a:t>Structured rollout plan ensuring zero business disruption and rapid value realization.</a:t>
            </a:r>
          </a:p>
        </p:txBody>
      </p:sp>
      <p:sp>
        <p:nvSpPr>
          <p:cNvPr id="9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9 of 10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10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10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Join the Next Era of Autonomous Creation</a:t>
            </a:r>
          </a:p>
        </p:txBody>
      </p:sp>
      <p:sp>
        <p:nvSpPr>
          <p:cNvPr id="10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Partner with us to lead this transformation.</a:t>
            </a:r>
          </a:p>
          <a:p>
            <a:r>
              <a:rPr sz="1400">
                <a:solidFill>
                  <a:srgbClr val="F5F5F5"/>
                </a:solidFill>
              </a:rPr>
              <a:t>Deploy production-grade sovereign AI workflows today with Antigravity OS V7. Verified, immutable, and built for scale.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Zero frozen core mutations — rock-solid stability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Production PWA and Mobile-responsive console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Complete multi-format export: PPTX, PDF, HTML, JSON</a:t>
            </a:r>
          </a:p>
        </p:txBody>
      </p:sp>
      <p:sp>
        <p:nvSpPr>
          <p:cNvPr id="10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• Slide 10 of 10</a:t>
            </a:r>
          </a:p>
        </p:txBody>
      </p:sp>
    </p:spTree>
  </p:cSld>
</p:sld>
</file>

<file path=ppt/theme/theme1.xml><?xml version="1.0" encoding="utf-8"?>
<a:theme xmlns:a="http://schemas.openxmlformats.org/drawingml/2006/main" name="PresentX Sovereign Theme">
  <a:themeElements>
    <a:clrScheme name="PresentX">
      <a:dk1>
        <a:srgbClr val="080808"/>
      </a:dk1>
      <a:lt1>
        <a:srgbClr val="F5F5F5"/>
      </a:lt1>
      <a:dk2>
        <a:srgbClr val="1E293B"/>
      </a:dk2>
      <a:lt2>
        <a:srgbClr val="F1F5F9"/>
      </a:lt2>
      <a:accent1>
        <a:srgbClr val="D4AF37"/>
      </a:accent1>
      <a:accent2>
        <a:srgbClr val="38BDF8"/>
      </a:accent2>
      <a:accent3>
        <a:srgbClr val="10B981"/>
      </a:accent3>
      <a:accent4>
        <a:srgbClr val="F59E0B"/>
      </a:accent4>
      <a:accent5>
        <a:srgbClr val="8B5CF6"/>
      </a:accent5>
      <a:accent6>
        <a:srgbClr val="EC4899"/>
      </a:accent6>
      <a:hlink>
        <a:srgbClr val="D4AF37"/>
      </a:hlink>
      <a:folHlink>
        <a:srgbClr val="94A3B8"/>
      </a:folHlink>
    </a:clrScheme>
    <a:fontScheme name="PresentX Fonts">
      <a:majorFont>
        <a:latin typeface="Segoe UI Semibold"/>
      </a:majorFont>
      <a:minorFont>
        <a:latin typeface="Segoe UI"/>
      </a:minorFont>
    </a:fontScheme>
    <a:fmtScheme name="PresentX Forma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Antigravity OS V7 PresentX</Application>
  <PresentationFormat>Widescreen</PresentationFormat>
  <Paragraphs>0</Paragraphs>
  <Slides>10</Slides>
  <Notes>10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PresentX Theme</vt:lpstr>
    </vt:vector>
  </TitlesOfParts>
  <Company>Antigravity Sovereign OS</Company>
  <LinksUpToDate>false</LinksUpToDate>
  <SharedDoc>false</SharedDoc>
  <HyperlinksChanged>false</HyperlinksChanged>
  <AppVersion>07.0000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is transforming creative agencies</dc:title>
  <dc:creator>Antigravity OS V7 — PresentX Studio</dc:creator>
  <cp:lastModifiedBy>Antigravity OS V7</cp:lastModifiedBy>
  <dcterms:created xsi:type="dcterms:W3CDTF">2026-08-26T09:16:32.347Z</dcterms:created>
  <dcterms:modified xsi:type="dcterms:W3CDTF">2026-08-26T09:16:32.347Z</dcterms:modified>
</cp:coreProperties>
</file>