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AI transformation of creative agencies and executive leaders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F5F5F5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AI transformation of creative agencies and executive leaders • Slide 1 of 1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080808"/>
      </a:dk1>
      <a:lt1>
        <a:srgbClr val="F5F5F5"/>
      </a:lt1>
      <a:dk2>
        <a:srgbClr val="1E293B"/>
      </a:dk2>
      <a:lt2>
        <a:srgbClr val="F1F5F9"/>
      </a:lt2>
      <a:accent1>
        <a:srgbClr val="D4AF37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D4AF37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1</Slides>
  <Notes>1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of creative agencies and executive leaders</dc:title>
  <dc:creator>Antigravity OS V7 — PresentX Studio</dc:creator>
  <cp:lastModifiedBy>Antigravity OS V7</cp:lastModifiedBy>
  <dcterms:created xsi:type="dcterms:W3CDTF">2026-08-26T12:30:43.270Z</dcterms:created>
  <dcterms:modified xsi:type="dcterms:W3CDTF">2026-08-26T12:30:43.270Z</dcterms:modified>
</cp:coreProperties>
</file>