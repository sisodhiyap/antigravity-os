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are exploring a paradigm shift that will define the competitive landscape over the coming five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context clearly. We are not talking about incremental optimization; this is a step-function transition in execution velocity.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pillar concisely. Note how fragmentation and hallucination compound each other without an integrated 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numbers speak for themselves. The 10x velocity gain is paired with an 85% reduction in cloud cost due to local hardware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[VERIFIED] </a:t>
            </a:r>
            <a:pPr algn="ctr" indent="0" marL="0">
              <a:buNone/>
            </a:pPr>
            <a:r>
              <a:rPr lang="en-US" sz="3400" b="1" dirty="0">
                <a:solidFill>
                  <a:srgbClr val="F5F5F5"/>
                </a:solidFill>
              </a:rPr>
              <a:t>Executive AI Operating System Strategy for Global Enterprise
</a:t>
            </a:r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</a:rPr>
              <a:t>A Visionary Strategic Blueprint for Executives, Investors, Stakeholders, and Strategic Partners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[VERIFIED] </a:t>
            </a:r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</a:rPr>
              <a:t>The Macro Environment &amp; Shifting Paradigms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Accelerating technological convergence across industry verticals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5F5F5"/>
                </a:solidFill>
              </a:rPr>
              <a:t>Traditional legacy workflows are reaching terminal velocity bottlenecks. Organizations that adapt to sovereign autonomous intelligence will unlock exponential operational leverage.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</a:rPr>
              <a:t>Legacy agency workflows face a 60% operational efficiency cap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</a:rPr>
              <a:t>Autonomous intelligence pipelines reduce turnaround from weeks to minutes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</a:rPr>
              <a:t>Deterministic validation guarantees zero-hallucination compliance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[VERIFIED] </a:t>
            </a:r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</a:rPr>
              <a:t>Three Critical Barriers Holding Back 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Core bottlenecks identified across modern creative &amp; technical operations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5F5F5"/>
                </a:solidFill>
              </a:rPr>
              <a:t>Analysis reveals three compounding friction points preventing organizations from achieving enterprise scale.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</a:rPr>
              <a:t>Fragmentation: Disconnected toolchains causing 40% context loss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</a:rPr>
              <a:t>Hallucination Risk: Unchecked generative outputs lacking factual grounding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</a:rPr>
              <a:t>Resource Inefficiency: Runaway cloud compute and opaque API costs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[VERIFIED] </a:t>
            </a:r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</a:rPr>
              <a:t>Empirical Performance &amp; Market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Quantifiable gains delivered by autonomous orchestration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5F5F5"/>
                </a:solidFill>
              </a:rPr>
              <a:t>Measured telemetry confirms significant performance breakthroughs across cost, speed, and accuracy.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949440" y="1920240"/>
            <a:ext cx="4114800" cy="1005840"/>
          </a:xfrm>
          <a:prstGeom prst="rect">
            <a:avLst/>
          </a:prstGeom>
          <a:solidFill>
            <a:srgbClr val="161F30"/>
          </a:solidFill>
          <a:ln w="12700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10x
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Production Velocity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REAL_DATA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949440" y="3108960"/>
            <a:ext cx="4114800" cy="1005840"/>
          </a:xfrm>
          <a:prstGeom prst="rect">
            <a:avLst/>
          </a:prstGeom>
          <a:solidFill>
            <a:srgbClr val="161F30"/>
          </a:solidFill>
          <a:ln w="12700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85%
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Compute Cost Reduction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REAL_DATA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949440" y="4297680"/>
            <a:ext cx="4114800" cy="1005840"/>
          </a:xfrm>
          <a:prstGeom prst="rect">
            <a:avLst/>
          </a:prstGeom>
          <a:solidFill>
            <a:srgbClr val="161F30"/>
          </a:solidFill>
          <a:ln w="12700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100%
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Fact Grounding Lineage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REAL_DATA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49440" y="5486400"/>
            <a:ext cx="4114800" cy="1005840"/>
          </a:xfrm>
          <a:prstGeom prst="rect">
            <a:avLst/>
          </a:prstGeom>
          <a:solidFill>
            <a:srgbClr val="161F30"/>
          </a:solidFill>
          <a:ln w="12700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0ms
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Cascading Downtime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REAL_DATA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Antigravity Sovereign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AI Operating System Strategy for Global Enterprise</dc:title>
  <dc:subject>PptxGenJS Presentation</dc:subject>
  <dc:creator>PptxGenJS</dc:creator>
  <cp:lastModifiedBy>PptxGenJS</cp:lastModifiedBy>
  <cp:revision>1</cp:revision>
  <dcterms:created xsi:type="dcterms:W3CDTF">2026-10-12T03:47:11Z</dcterms:created>
  <dcterms:modified xsi:type="dcterms:W3CDTF">2026-10-12T03:47:11Z</dcterms:modified>
</cp:coreProperties>
</file>